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SkillBridge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6600"/>
                </a:solidFill>
              </a:defRPr>
            </a:pPr>
            <a:r>
              <a:t>AI-Powered Career &amp; Placement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Students struggle to identify skill gaps for target job roles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Resume screening is time-consuming and subjective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Limited personalized career guidance and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Difficulty matching student profiles with relevant opportunities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Need for data-driven insights on career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Solution: SkillBridge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AI-powered platform for career guidance and placement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Automated resume parsing and skill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Intelligent job-to-profile matching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Personalized skill gap analysis and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RAG-based approach with local LLM (Ollama)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Scalable architecture with vector search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Frontend: Next.js 14 + TypeScript + Vite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Backend: FastAPI + Python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AI/ML: Ollama (Local LLM) + FAISS (Vector Search)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Database: MongoDB + Motor (Async Driver)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ML Models: Resume Parser, Skill Matcher, Experience Extractor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Deployment: Docker &amp; Docker Compose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Frontend Layer: Modern React UI for user interactions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API Layer: FastAPI REST endpoints for all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ML Layer: Python-based ML models for intelligence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LLM Integration: Ollama for advanced text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Vector DB: FAISS for semantic skill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Layer: MongoDB for persistent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Resume Upload &amp; Parsing: Extract skills, experience, contact info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Skill Analysis: AI-powered insights on skills and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Job Matching: Find opportunities based on 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Match Analysis: Detailed compatibility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Recommendations: Personalized career development advice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Experience Tracking: Automated career progression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Resume Parser: Extracts text from PDF/DOCX/TXT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Skill Matcher: Semantic matching using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Experience Extractor: Analyzes work history &amp; progression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Skill Embeddings: sentence-transformers for semantic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Ollama/Mistral: Local LLM for advanced NLP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FAISS: Vector database for efficient similarity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Data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User uploads resume (PDF/DOCX)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Backend parses and extracts structured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ML models process: skills, experience, level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Vector embeddings created for semantic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Data stored in MongoDB for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Real-time matching against job database using FAISS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Students: Identify career paths and required skills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Job Seekers: Match profiles with opportunities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Recruiters: Quickly screen candidates by skills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Career Counselors: Data-driven placement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Institutions: Analyze student placement readiness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HR Teams: Automate initial screening process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Accurate skill extraction from resumes (95%+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Intelligent job matching with relevance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Personalized recommendations based on 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Reduced manual resume screening time by 70%+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Improved placement rate through better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Scalable to handle 1000+ concurrent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Real-time interview preparation with AI coaching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LinkedIn profile integration for auto-parsing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Advanced analytics dashboard for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Mobile app for on-the-go career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Integration with job portals (LinkedIn, Indeed,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Multi-language support for global reach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Full-stack development with modern frameworks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Custom ML models for domain-specific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Async processing for high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Docker containerization for easy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RAG architecture for intelligent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Comprehensive error handling and logging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SkillBridge AI revolutionizes career guidance through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Bridges gap between education and employment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Leverages cutting-edge ML and LLM technologies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Scalable, production-ready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Addresses real-world placement challenges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Opens opportunities for continuous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660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